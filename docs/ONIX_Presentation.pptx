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ONIX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7B731"/>
                </a:solidFill>
                <a:latin typeface="Calibri"/>
              </a:rPr>
              <a:t>AI-Powered Meeting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C8"/>
                </a:solidFill>
                <a:latin typeface="Calibri"/>
              </a:rPr>
              <a:t>Automated transcription · Intelligent summaries · Speaker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5029200" cy="36576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8C8"/>
                </a:solidFill>
                <a:latin typeface="Calibri"/>
              </a:rPr>
              <a:t>Final Year Project  |  Computer Science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097280"/>
            <a:ext cx="3931920" cy="47548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B731"/>
                </a:solidFill>
                <a:latin typeface="Calibri"/>
              </a:rPr>
              <a:t>GROUP MEMBERS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572768"/>
            <a:ext cx="3566160" cy="27432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691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Zainab Junaid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121408"/>
            <a:ext cx="3383280" cy="9144"/>
          </a:xfrm>
          <a:prstGeom prst="rect">
            <a:avLst/>
          </a:prstGeom>
          <a:solidFill>
            <a:srgbClr val="35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468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Saad Asif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898648"/>
            <a:ext cx="3383280" cy="9144"/>
          </a:xfrm>
          <a:prstGeom prst="rect">
            <a:avLst/>
          </a:prstGeom>
          <a:solidFill>
            <a:srgbClr val="35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2461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Amna Naeem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675887"/>
            <a:ext cx="3383280" cy="9144"/>
          </a:xfrm>
          <a:prstGeom prst="rect">
            <a:avLst/>
          </a:prstGeom>
          <a:solidFill>
            <a:srgbClr val="35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023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Hasnain Saeed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Does This Need to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5577840" cy="21945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91440" cy="21945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📝  Manual note-taking is distracting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3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4"/>
                </a:solidFill>
                <a:latin typeface="Calibri"/>
              </a:rPr>
              <a:t>Participants split focus between engaging and writing — key points get missed.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51560"/>
            <a:ext cx="5577840" cy="21945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91440" cy="21945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1615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💬  Action items fall through the cracks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9163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4"/>
                </a:solidFill>
                <a:latin typeface="Calibri"/>
              </a:rPr>
              <a:t>Decisions made verbally in meetings are rarely captured or assigned properly.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20440"/>
            <a:ext cx="5577840" cy="21945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520440"/>
            <a:ext cx="91440" cy="21945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850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📊  No visibility into meeting dynamics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4"/>
                </a:solidFill>
                <a:latin typeface="Calibri"/>
              </a:rPr>
              <a:t>Who dominated? Who was silent? Was time used effectively? No data exists.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520440"/>
            <a:ext cx="5577840" cy="21945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520440"/>
            <a:ext cx="91440" cy="21945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6850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🔍  Can't search or review past meetings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1605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4"/>
                </a:solidFill>
                <a:latin typeface="Calibri"/>
              </a:rPr>
              <a:t>Meeting knowledge is locked in scattered notes or people's memory.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is ONIX?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F4"/>
                </a:solidFill>
                <a:latin typeface="Calibri"/>
              </a:rPr>
              <a:t>ONIX is an end-to-end AI meeting assistant that automatically joins Google Meet calls, captures everything that is said, and turns raw conversation into structured intelligence — summaries, action items, speaker statistics, and a searchable archive.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3657600" cy="3291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3657600" cy="73152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848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B731"/>
                </a:solidFill>
                <a:latin typeface="Calibri"/>
              </a:rPr>
              <a:t>🤖  Automate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4"/>
                </a:solidFill>
                <a:latin typeface="Calibri"/>
              </a:rPr>
              <a:t>A bot silently joins your meeting
and listens — no manual effort.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657600" cy="3291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657600" cy="73152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B731"/>
                </a:solidFill>
                <a:latin typeface="Calibri"/>
              </a:rPr>
              <a:t>🧠 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432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4"/>
                </a:solidFill>
                <a:latin typeface="Calibri"/>
              </a:rPr>
              <a:t>AI transcribes speech and extracts
the meaning behind conversations.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1920240"/>
            <a:ext cx="3657600" cy="3291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9" y="1920240"/>
            <a:ext cx="3657600" cy="73152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20848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B731"/>
                </a:solidFill>
                <a:latin typeface="Calibri"/>
              </a:rPr>
              <a:t>📈  Inform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27432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4"/>
                </a:solidFill>
                <a:latin typeface="Calibri"/>
              </a:rPr>
              <a:t>Dashboards surface analytics,
summaries, and action items.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703320" cy="2148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887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1615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Auto-Join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0992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Bot launches, navigates to Google Meet,
and joins without any user interaction.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51560"/>
            <a:ext cx="3703320" cy="2148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1887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21615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Live Transcription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70992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Real-time captions buffered via Redis
and stored to MongoDB.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51560"/>
            <a:ext cx="3703320" cy="2148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1887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21615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AI Summarisation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70992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LLM condenses long transcripts into
clear summaries with key points.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3703320" cy="2148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6118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393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Action Item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13308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AI identifies commitments, owners,
and deadlines from the conversation.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474720"/>
            <a:ext cx="3703320" cy="2148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6118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6393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Speaker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13308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Talk-time ratios, pacing, segment counts
per participant — fully automated.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474720"/>
            <a:ext cx="3703320" cy="21488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6118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6393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Search &amp; Archive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13308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Full-text search across all past meetings;
filter by date, participant, keyword.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1737360" cy="20116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17373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2084832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Chrome
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2834640"/>
            <a:ext cx="16459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C8"/>
                </a:solidFill>
                <a:latin typeface="Calibri"/>
              </a:rPr>
              <a:t>User triggers
the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731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920240"/>
            <a:ext cx="1737360" cy="20116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920240"/>
            <a:ext cx="17373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2084832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Meeting Bot
(Playwright)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2834640"/>
            <a:ext cx="16459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C8"/>
                </a:solidFill>
                <a:latin typeface="Calibri"/>
              </a:rPr>
              <a:t>Joins Meet,
captures captions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9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731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920240"/>
            <a:ext cx="1737360" cy="20116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920240"/>
            <a:ext cx="17373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2084832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Backend
(Express + BullMQ)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16459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C8"/>
                </a:solidFill>
                <a:latin typeface="Calibri"/>
              </a:rPr>
              <a:t>API + async
job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731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920240"/>
            <a:ext cx="1737360" cy="20116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920240"/>
            <a:ext cx="17373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084832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AI Pipeline
(AssemblyAI + LLM)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16459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C8"/>
                </a:solidFill>
                <a:latin typeface="Calibri"/>
              </a:rPr>
              <a:t>Transcription
+ Summarisation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731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1920240"/>
            <a:ext cx="1737360" cy="20116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1920240"/>
            <a:ext cx="17373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2084832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Databases
(PostgreSQL · MongoDB · Redis)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834640"/>
            <a:ext cx="16459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C8"/>
                </a:solidFill>
                <a:latin typeface="Calibri"/>
              </a:rPr>
              <a:t>Persist data
for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560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731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1920240"/>
            <a:ext cx="1737360" cy="20116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78440" y="1920240"/>
            <a:ext cx="17373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1592" y="2084832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Dashboard
(Next.js)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834640"/>
            <a:ext cx="16459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C8"/>
                </a:solidFill>
                <a:latin typeface="Calibri"/>
              </a:rPr>
              <a:t>User reads
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0A8C8"/>
                </a:solidFill>
                <a:latin typeface="Calibri"/>
              </a:rPr>
              <a:t>All components are containerised with Docker · Real-time events via Socket.IO · BullMQ ensures reliable async 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03320" cy="233172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338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517904"/>
            <a:ext cx="3200400" cy="228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Next.js 14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TypeScript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Tailwind CSS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shadcn/ui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Socket.IO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703320" cy="233172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1338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517904"/>
            <a:ext cx="3200400" cy="228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7276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Node.js + Express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TypeScript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BullMQ (job queue)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Socket.IO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Prisma 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05840"/>
            <a:ext cx="3703320" cy="233172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1338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1517904"/>
            <a:ext cx="3200400" cy="228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7276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Playwright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Node.js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TypeScript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Dockerode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3703320" cy="233172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739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Databases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123944"/>
            <a:ext cx="3200400" cy="228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PostgreSQL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MongoDB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Redis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611880"/>
            <a:ext cx="3703320" cy="233172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739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AI &amp; 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2272" y="4123944"/>
            <a:ext cx="3200400" cy="228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AssemblyAI (transcription)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LLM API (summarisation)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Keyword extraction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11880"/>
            <a:ext cx="3703320" cy="233172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739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Auth &amp; Infra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94192" y="4123944"/>
            <a:ext cx="3200400" cy="2286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Firebase Auth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Docker + Compose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dotenv / secrets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It Works  —  From Meeting to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24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Schedule /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4591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User schedules a meeting or clicks 'Start Bot'
in the Chrome Extension or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50292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124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1430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Bot Joins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64591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The Playwright bot launches in a Docker container,
navigates to the Meet link, and joins.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143000"/>
            <a:ext cx="50292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124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1430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Real-time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645919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Captions are captured every second and buffered
into Redis — zero data loss.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50292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639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Transcript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16052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Caption segments are flushed to MongoDB,
building a full transcript with speaker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657600"/>
            <a:ext cx="50292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3639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57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416052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After the meeting ends, BullMQ triggers the
AI pipeline: analytics → summary → action items.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657600"/>
            <a:ext cx="50292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3639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657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View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16052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4"/>
                </a:solidFill>
                <a:latin typeface="Calibri"/>
              </a:rPr>
              <a:t>User opens the dashboard to read summary,
search transcripts, and track action items.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These Technology Choices?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577840" cy="16916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73152" cy="16916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7B731"/>
                </a:solidFill>
                <a:latin typeface="Calibri"/>
              </a:rPr>
              <a:t>Playwright for the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4"/>
                </a:solidFill>
                <a:latin typeface="Calibri"/>
              </a:rPr>
              <a:t>Only library that can reliably automate Google Meet's complex DOM, handle dynamic content, and read live captions without an official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577840" cy="16916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73152" cy="16916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7B731"/>
                </a:solidFill>
                <a:latin typeface="Calibri"/>
              </a:rPr>
              <a:t>BullMQ + Redis for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48132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4"/>
                </a:solidFill>
                <a:latin typeface="Calibri"/>
              </a:rPr>
              <a:t>AI calls take 30–60 s. BullMQ decouples the HTTP response from slow work, adds automatic retries, and prevents duplicate processing.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5577840" cy="16916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73152" cy="16916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71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7B731"/>
                </a:solidFill>
                <a:latin typeface="Calibri"/>
              </a:rPr>
              <a:t>Three Databases (Poly-persistence)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35584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4"/>
                </a:solidFill>
                <a:latin typeface="Calibri"/>
              </a:rPr>
              <a:t>Redis = fast ephemeral buffer · MongoDB = flexible transcript storage · PostgreSQL = relational analytics &amp; structured queries.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880360"/>
            <a:ext cx="5577840" cy="16916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880360"/>
            <a:ext cx="73152" cy="16916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971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7B731"/>
                </a:solidFill>
                <a:latin typeface="Calibri"/>
              </a:rPr>
              <a:t>Next.js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35584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4"/>
                </a:solidFill>
                <a:latin typeface="Calibri"/>
              </a:rPr>
              <a:t>Server-side rendering + React ecosystem gives fast first loads, great SEO-readiness, and a rich component library (shadcn/ui).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54879"/>
            <a:ext cx="5577840" cy="16916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754879"/>
            <a:ext cx="73152" cy="16916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8463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7B731"/>
                </a:solidFill>
                <a:latin typeface="Calibri"/>
              </a:rPr>
              <a:t>Chrome Extension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230367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4"/>
                </a:solidFill>
                <a:latin typeface="Calibri"/>
              </a:rPr>
              <a:t>Meets users exactly where they are — inside Google Meet — without needing them to switch tabs or copy meeting links manually.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754879"/>
            <a:ext cx="5577840" cy="16916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754879"/>
            <a:ext cx="73152" cy="16916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8463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7B731"/>
                </a:solidFill>
                <a:latin typeface="Calibri"/>
              </a:rPr>
              <a:t>AssemblyAI over Whisper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5230367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4"/>
                </a:solidFill>
                <a:latin typeface="Calibri"/>
              </a:rPr>
              <a:t>Cloud API with speaker diarisation built in; no GPU infrastructure needed for an academic project with limited resources.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03320" cy="24231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70332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Chrome 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7276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Inject button into Google Meet UI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Send meeting URL + auth token to backend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Trigger bot deployment with one click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703320" cy="24231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005840"/>
            <a:ext cx="370332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1430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Meeting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57276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Playwright-powered browser automation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Joins meeting, accepts permissions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Scrapes captions every ~1 s, pushes to Redis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05840"/>
            <a:ext cx="3703320" cy="24231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70332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430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57276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REST endpoints for meetings, bots, analytics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Manages bot lifecycle via Dockerode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BullMQ worker for async AI 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703320" cy="24231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370332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22452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Caption flush → MongoDB transcript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AssemblyAI for accurate transcription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LLM for summary + action item extraction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3703320" cy="24231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657600"/>
            <a:ext cx="370332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9476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Analytics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22452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Speaker talk-time &amp; pacing metrics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Meeting-level stats (duration, segments)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All stored in PostgreSQL via Prisma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703320" cy="24231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370332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79476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22452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Meeting list with search &amp; filters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Transcript reader + summary view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8F4"/>
                </a:solidFill>
                <a:latin typeface="Calibri"/>
              </a:rPr>
              <a:t>  · Speaker stats charts, action item tracker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B731"/>
                </a:solidFill>
                <a:latin typeface="Calibri"/>
              </a:rPr>
              <a:t>IMPACT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ONIX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2011680" cy="411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5440680" cy="17830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795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731"/>
                </a:solidFill>
                <a:latin typeface="Calibri"/>
              </a:rPr>
              <a:t>⏱  Time Saved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4"/>
                </a:solidFill>
                <a:latin typeface="Calibri"/>
              </a:rPr>
              <a:t>Eliminates manual note-taking;
meetings yield instant, structured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051560"/>
            <a:ext cx="5440680" cy="17830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795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731"/>
                </a:solidFill>
                <a:latin typeface="Calibri"/>
              </a:rPr>
              <a:t>🎯  Nothing Missed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4"/>
                </a:solidFill>
                <a:latin typeface="Calibri"/>
              </a:rPr>
              <a:t>Every word is captured and indexed;
critical decisions are never lost.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63240"/>
            <a:ext cx="5440680" cy="17830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912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731"/>
                </a:solidFill>
                <a:latin typeface="Calibri"/>
              </a:rPr>
              <a:t>📊  Data-Driven 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4"/>
                </a:solidFill>
                <a:latin typeface="Calibri"/>
              </a:rPr>
              <a:t>Speaker analytics encourage more
balanced and productive participation.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3063240"/>
            <a:ext cx="5440680" cy="17830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912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731"/>
                </a:solidFill>
                <a:latin typeface="Calibri"/>
              </a:rPr>
              <a:t>🔍  Institutional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4"/>
                </a:solidFill>
                <a:latin typeface="Calibri"/>
              </a:rPr>
              <a:t>Searchable archive transforms meetings
from ephemeral events into knowledge.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>
                <a:solidFill>
                  <a:srgbClr val="F7B731"/>
                </a:solidFill>
                <a:latin typeface="Calibri"/>
              </a:rPr>
              <a:t>"Turn every meeting into an asset — not a memory."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8C8"/>
                </a:solidFill>
                <a:latin typeface="Calibri"/>
              </a:rPr>
              <a:t>ONIX · AI Meeting Assistant · Final Year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